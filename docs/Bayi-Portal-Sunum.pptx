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B3F6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937760"/>
            <a:ext cx="3291840" cy="3291840"/>
          </a:xfrm>
          <a:prstGeom prst="ellipse">
            <a:avLst/>
          </a:prstGeom>
          <a:solidFill>
            <a:srgbClr val="1B3F6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4365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TOFAŞ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" y="26060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Bayi Doküman Yönetimi Portalı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bazlı doküman, duyuru ve eğitim materyali dağıtımı — tam denetim iziyle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Teknik Sunumu  ·  Temmuz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— Neden bu portal?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Bayiler birden fazla markaya hizmet veriyor. </a:t>
            </a:r>
            <a:pPr indent="0" marL="0">
              <a:buNone/>
            </a:pPr>
            <a:r>
              <a:rPr lang="en-US" sz="17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doküman, duyuru ve eğitim içeriğine tek ve güvenli bir portaldan erişmeleri; kimin, neyi, ne zaman gördüğünün ise eksiksiz kayıt altına alınması gerekiyor.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başarı kriterleri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Yayınlama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Yetkili personel (Admin / ContentManager) içerik yükleyip yayınlayabilir.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2971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E8EEF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70916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izolasyonu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4663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bayi kullanıcısı yalnızca kendi bayisinin markalarına ait içeriği görür.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971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E8EEF4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50392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izi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görüntüleme ve indirme loglanır: kullanıcı, doküman, zaman damgası, IP.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Kullanıcılar ve Roller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rol, net ayrışmış yetkiler — yetki kontrolü hem UI'da hem API'de uygulanır.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E8EE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0F2C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4761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yönetim yetkisi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Yönetimi: kullanıcı, bayi, marka, kategori CRUD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erişim loglarını görüntüler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yönetimi dahil her yetkiye sahip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E8EEF4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228600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355" y="24761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ContentManager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0916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operasyonu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09160" y="41148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yükleme ve düzenleme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Yayınlama ve arşivleme (Draft → Active → Archived)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kısıtından muaf — süresi geçmiş içeriği de görür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0" y="19659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E8EEF4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0" y="2286000"/>
            <a:ext cx="731520" cy="731520"/>
          </a:xfrm>
          <a:prstGeom prst="ellipse">
            <a:avLst/>
          </a:prstGeom>
          <a:solidFill>
            <a:srgbClr val="3E6C9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15" y="24761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DealerUser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50392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tüketici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503920" y="41148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görüntüleme ve indirme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Bayisinin markalarıyla sınırlı içerik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erişimi loglanır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Ekranlar (6)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Bayi ve admin için iki ayrı giriş noktası; içerik akışı listeden detaya, yönetim ekranlarından denetime uzanır.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EEF4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67712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Bayi (/login) ve Admin (/admin/login) için iki ayrı portal girişi, JWT ile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EEF4"/>
          </a:solidFill>
          <a:ln/>
        </p:spPr>
      </p:sp>
      <p:sp>
        <p:nvSpPr>
          <p:cNvPr id="10" name="Shape 8"/>
          <p:cNvSpPr/>
          <p:nvPr/>
        </p:nvSpPr>
        <p:spPr>
          <a:xfrm>
            <a:off x="4690872" y="2267712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Listesi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09160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/ kategori / tür filtreli liste; bayi yalnız kendi markalarını görür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EE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5632" y="2267712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Detayı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Görüntüleme + indirme; her erişim AccessLog'a yazılır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EEF4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4416552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Yönetimi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durum akışı: Draft → Active → Archived (soft delete)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41605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EEF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90872" y="4416552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Yönetimi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70916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CRUD: kullanıcılar, bayiler, markalar, kategoriler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0" y="41605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EEF4"/>
          </a:solidFill>
          <a:ln/>
        </p:spPr>
      </p:sp>
      <p:sp>
        <p:nvSpPr>
          <p:cNvPr id="30" name="Shape 28"/>
          <p:cNvSpPr/>
          <p:nvPr/>
        </p:nvSpPr>
        <p:spPr>
          <a:xfrm>
            <a:off x="8485632" y="4416552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31" name="Text 29"/>
          <p:cNvSpPr/>
          <p:nvPr/>
        </p:nvSpPr>
        <p:spPr>
          <a:xfrm>
            <a:off x="848563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Logları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50392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Filtrelenebilir denetim ekranı: kim, neyi, ne zaman, hangi IP'den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Kritik İş Kuralı: Marka Eşleşmesi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554480" y="1463040"/>
            <a:ext cx="9052560" cy="1234440"/>
          </a:xfrm>
          <a:prstGeom prst="roundRect">
            <a:avLst>
              <a:gd name="adj" fmla="val 8889"/>
            </a:avLst>
          </a:prstGeom>
          <a:solidFill>
            <a:srgbClr val="1B3F66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46304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DealerBrands ∩ MaterialBrands ≠ 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5166360" cy="2148840"/>
          </a:xfrm>
          <a:prstGeom prst="roundRect">
            <a:avLst>
              <a:gd name="adj" fmla="val 3830"/>
            </a:avLst>
          </a:prstGeom>
          <a:solidFill>
            <a:srgbClr val="1B3F6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337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3503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guard — UX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41148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route guard (authGuard / adminRoleGuard) yetkisiz sayfaya girişi engeller. Amaç: kullanıcı deneyimi, gerçek güvenlik değil.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3063240"/>
            <a:ext cx="5166360" cy="2148840"/>
          </a:xfrm>
          <a:prstGeom prst="roundRect">
            <a:avLst>
              <a:gd name="adj" fmla="val 3830"/>
            </a:avLst>
          </a:prstGeom>
          <a:solidFill>
            <a:srgbClr val="1B3F66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3337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3503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gerçek güvenlik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41148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ilgili her endpoint'te ayrıca uygulanır (GetAuthorizedMaterialAsync). Marka eşleşmiyorsa, içerik Active değilse veya süresi geçmişse → 403.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553212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C8102E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5532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Yetkisiz erişimde yanıt 401/403 — içerik response body'de hiç dönmez. Listeden gizlemek yeterli değildir.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Mimari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Monorepo: ASP.NET Core 9 (Clean Architecture) + Angular 20 + PostgreSQL — docker compose up ile tek komutta tam yığın.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katmanları (tek yönlü bağımlılık)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0F2C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Enum, domain Exception — dış bağımlılık yok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118104"/>
            <a:ext cx="256032" cy="256032"/>
          </a:xfrm>
          <a:prstGeom prst="downArrow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319272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1B3F6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92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7307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kuralları, DTO, Interface, Validator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4105656"/>
            <a:ext cx="256032" cy="256032"/>
          </a:xfrm>
          <a:prstGeom prst="downArrow">
            <a:avLst/>
          </a:prstGeom>
          <a:solidFill>
            <a:srgbClr val="C81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306824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2B547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718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DbContext, EF migrations, FileStorageService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5093208"/>
            <a:ext cx="256032" cy="256032"/>
          </a:xfrm>
          <a:prstGeom prst="downArrow">
            <a:avLst/>
          </a:prstGeom>
          <a:solidFill>
            <a:srgbClr val="C810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294376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3E6C9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367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7058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Middleware, DI wiring, JWT + Swagger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041" y="2113361"/>
            <a:ext cx="272125" cy="2721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040880" y="189280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— standalone component, feature-module yapısı, lazy-load route'lar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86207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41" y="3009473"/>
            <a:ext cx="272125" cy="2721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40880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kimlik doğrulama + rol bazlı yetkilendirme; Swagger/OpenAPI dokümantasyonu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263640" y="3758184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41" y="3905585"/>
            <a:ext cx="272125" cy="27212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36850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EF Core migrations; soft delete (Status / IsActive) — hard delete yok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263640" y="4654296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1" y="4801697"/>
            <a:ext cx="272125" cy="27212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458114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 GUID adla saklanır (path traversal koruması); FileUploadPolicy her create/update'te tür + boyut doğrular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263640" y="5550408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041" y="5697809"/>
            <a:ext cx="272125" cy="2721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40880" y="547725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 → postgres + backend + frontend; seed'li geliştirme ortamı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Durum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035040" cy="4892040"/>
          </a:xfrm>
          <a:prstGeom prst="roundRect">
            <a:avLst>
              <a:gd name="adj" fmla="val 1682"/>
            </a:avLst>
          </a:prstGeom>
          <a:solidFill>
            <a:srgbClr val="EAF4E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8223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377440"/>
            <a:ext cx="5440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JWT yetkilendirme (iki ayrı login portalı)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backend + frontend (CRUD, durum akışı)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erişim kuralı (frontend guard + backend)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Logs + enum refactor; kişi bazlı erişim raporu (gerçek API)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Bayi dashboard (backend + frontend)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doküman listesi + mobil uyumlu görünüm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Görüntülenme / hedef kitle sayaçları (ViewedCount, AudienceCount, Version)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 doğrulaması (FileUploadPolicy — tür/boyut)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Yönetimi frontend (bayi / marka / kategori / kullanıcı)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1417320"/>
            <a:ext cx="4617720" cy="2331720"/>
          </a:xfrm>
          <a:prstGeom prst="roundRect">
            <a:avLst>
              <a:gd name="adj" fmla="val 3529"/>
            </a:avLst>
          </a:prstGeom>
          <a:solidFill>
            <a:srgbClr val="F7EFDD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0" y="1691640"/>
            <a:ext cx="502920" cy="502920"/>
          </a:xfrm>
          <a:prstGeom prst="ellipse">
            <a:avLst/>
          </a:prstGeom>
          <a:solidFill>
            <a:srgbClr val="B07D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19" y="18223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956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ediyor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269480" y="2377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Bayi dashboard bildirim ve ayar kalıcılığı — bir ürün kararı bekliyor (blocked).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49440" y="3977640"/>
            <a:ext cx="4617720" cy="2331720"/>
          </a:xfrm>
          <a:prstGeom prst="roundRect">
            <a:avLst>
              <a:gd name="adj" fmla="val 3529"/>
            </a:avLst>
          </a:prstGeom>
          <a:solidFill>
            <a:srgbClr val="E8EEF4"/>
          </a:solidFill>
          <a:ln/>
        </p:spPr>
      </p:sp>
      <p:sp>
        <p:nvSpPr>
          <p:cNvPr id="14" name="Shape 10"/>
          <p:cNvSpPr/>
          <p:nvPr/>
        </p:nvSpPr>
        <p:spPr>
          <a:xfrm>
            <a:off x="7223760" y="4251960"/>
            <a:ext cx="502920" cy="502920"/>
          </a:xfrm>
          <a:prstGeom prst="ellipse">
            <a:avLst/>
          </a:prstGeom>
          <a:solidFill>
            <a:srgbClr val="0F2C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519" y="43827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0956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Başlamadı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269480" y="49377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ve teslim fazı: uçtan uca (e2e) doğrulama, test kapsamı, teslim hazırlığı.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Bilinen Eksikler ve Sonraki Adımlar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1B3F6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9202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8745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otomatik test paketi yok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57400" y="237744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Backend'de test projesi, frontend'de .spec.ts dosyası bulunmuyor (angular.json'da skipTests: true). Kritik akışlar (marka kuralı, 401/403 ayrımı) şimdilik canlı sunucuya karşı elle doğrulandı.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xUnit/NUnit test projesi + Angular .spec.ts'lerle test kapsamı oluşturmak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504748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63040" y="50017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(e2e) doğrulama: kabul kriterleri checklist'i üzerinden demo senaryosu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22960" y="5705856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63040" y="56601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Bekleyen ürün kararının netleşmesiyle dashboard bildirim/ayar kalıcılığını tamamlamak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2026-07-24T06:48:19Z</dcterms:created>
  <dcterms:modified xsi:type="dcterms:W3CDTF">2026-07-24T06:48:19Z</dcterms:modified>
</cp:coreProperties>
</file>